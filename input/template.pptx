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965" r:id="rId2"/>
    <p:sldMasterId id="2147483976" r:id="rId3"/>
  </p:sldMasterIdLst>
  <p:notesMasterIdLst>
    <p:notesMasterId r:id="rId4"/>
  </p:notesMasterIdLst>
  <p:handoutMasterIdLst>
    <p:handoutMasterId r:id="rId5"/>
  </p:handoutMasterIdLst>
  <p:sldSz cx="12192000" cy="6858000"/>
  <p:notesSz cx="6742113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s, Paul" initials="D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1B"/>
    <a:srgbClr val="003087"/>
    <a:srgbClr val="0072C5"/>
    <a:srgbClr val="005EB8"/>
    <a:srgbClr val="4D4D4C"/>
    <a:srgbClr val="006AB4"/>
    <a:srgbClr val="009999"/>
    <a:srgbClr val="33CCCC"/>
    <a:srgbClr val="C10071"/>
    <a:srgbClr val="0036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0240" autoAdjust="0"/>
    <p:restoredTop sz="96966" autoAdjust="0"/>
  </p:normalViewPr>
  <p:slideViewPr>
    <p:cSldViewPr snapToGrid="0">
      <p:cViewPr varScale="1">
        <p:scale>
          <a:sx n="67" d="100"/>
          <a:sy n="67" d="100"/>
        </p:scale>
        <p:origin x="82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6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3030"/>
    </p:cViewPr>
  </p:sorterViewPr>
  <p:notesViewPr>
    <p:cSldViewPr snapToGrid="0">
      <p:cViewPr varScale="1">
        <p:scale>
          <a:sx n="110" d="100"/>
          <a:sy n="110" d="100"/>
        </p:scale>
        <p:origin x="53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38FA6-3D81-4FF4-A72E-4DAD97808285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2BDCF-207C-4C87-9BA2-6826BC326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09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7B71A-74EE-4B31-BF37-E9D49DD09248}" type="datetimeFigureOut">
              <a:rPr lang="en-GB" smtClean="0"/>
              <a:t>08/08/2024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212" y="4751227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25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8971" y="9377325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00A8F-A469-4A0F-A6E3-054B932F2E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5641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Image_Date/name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E9B025E-628B-A7E0-B900-08B9CC61A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719" b="22434"/>
          <a:stretch/>
        </p:blipFill>
        <p:spPr>
          <a:xfrm>
            <a:off x="1267175" y="0"/>
            <a:ext cx="10374780" cy="6847877"/>
          </a:xfrm>
          <a:prstGeom prst="rect">
            <a:avLst/>
          </a:prstGeom>
        </p:spPr>
      </p:pic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2266" y="2796230"/>
            <a:ext cx="4597443" cy="23550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4B1D18-6B59-17C9-FE2A-77AF0F7E5D4D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5602266" y="5546155"/>
            <a:ext cx="4048298" cy="637789"/>
          </a:xfrm>
          <a:prstGeom prst="roundRect">
            <a:avLst>
              <a:gd name="adj" fmla="val 50000"/>
            </a:avLst>
          </a:prstGeom>
          <a:solidFill>
            <a:srgbClr val="FFB81B"/>
          </a:solidFill>
        </p:spPr>
        <p:txBody>
          <a:bodyPr wrap="square" lIns="288000" tIns="108000" bIns="108000" anchor="b" anchorCtr="0">
            <a:spAutoFit/>
          </a:bodyPr>
          <a:lstStyle>
            <a:lvl1pPr marL="0" indent="0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Date/name one line only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FE12841B-2F54-72E9-058D-AFCA815527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062"/>
            <a:ext cx="4878360" cy="684787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image 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D529D2-0009-D0EE-565F-01E01E5892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78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Image_Date/name multip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E9B025E-628B-A7E0-B900-08B9CC61A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721" b="22331"/>
          <a:stretch/>
        </p:blipFill>
        <p:spPr>
          <a:xfrm>
            <a:off x="1267175" y="0"/>
            <a:ext cx="10374780" cy="6858000"/>
          </a:xfrm>
          <a:prstGeom prst="rect">
            <a:avLst/>
          </a:prstGeom>
        </p:spPr>
      </p:pic>
      <p:sp>
        <p:nvSpPr>
          <p:cNvPr id="7" name="Title 17">
            <a:extLst>
              <a:ext uri="{FF2B5EF4-FFF2-40B4-BE49-F238E27FC236}">
                <a16:creationId xmlns:a16="http://schemas.microsoft.com/office/drawing/2014/main" id="{7D23A897-ABD2-F33D-D834-5A7E6FBBA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2266" y="2796230"/>
            <a:ext cx="4597443" cy="2355058"/>
          </a:xfrm>
          <a:prstGeom prst="rect">
            <a:avLst/>
          </a:prstGeom>
        </p:spPr>
        <p:txBody>
          <a:bodyPr lIns="90000"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FE12841B-2F54-72E9-058D-AFCA815527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062"/>
            <a:ext cx="4878360" cy="684787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image 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D529D2-0009-D0EE-565F-01E01E5892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F7D5803-95BC-BC49-413B-54CB5AF96A56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5602265" y="5397099"/>
            <a:ext cx="4597443" cy="1131887"/>
          </a:xfrm>
          <a:prstGeom prst="rect">
            <a:avLst/>
          </a:prstGeom>
          <a:noFill/>
        </p:spPr>
        <p:txBody>
          <a:bodyPr wrap="square" lIns="90000" tIns="108000" bIns="10800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Date/name more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25985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_Date/name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CAF3A9B-AE83-F05D-BB38-2D1B746132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475" t="15840" b="5939"/>
          <a:stretch/>
        </p:blipFill>
        <p:spPr>
          <a:xfrm>
            <a:off x="0" y="1"/>
            <a:ext cx="7181077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7F12D7-01F5-4F6B-CC03-FA02E08B7B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  <p:sp>
        <p:nvSpPr>
          <p:cNvPr id="7" name="Title 17">
            <a:extLst>
              <a:ext uri="{FF2B5EF4-FFF2-40B4-BE49-F238E27FC236}">
                <a16:creationId xmlns:a16="http://schemas.microsoft.com/office/drawing/2014/main" id="{7FDFB93C-9E3E-0C28-6AC1-BAC4D9D2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5867" y="3103876"/>
            <a:ext cx="4597443" cy="204741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9A2AA80-4D40-ED80-F79A-B8EDF956196C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7295012" y="5563247"/>
            <a:ext cx="4048298" cy="637789"/>
          </a:xfrm>
          <a:prstGeom prst="roundRect">
            <a:avLst>
              <a:gd name="adj" fmla="val 50000"/>
            </a:avLst>
          </a:prstGeom>
          <a:solidFill>
            <a:srgbClr val="FFB81B"/>
          </a:solidFill>
        </p:spPr>
        <p:txBody>
          <a:bodyPr wrap="square" lIns="288000" tIns="108000" bIns="108000" anchor="b" anchorCtr="0">
            <a:spAutoFit/>
          </a:bodyPr>
          <a:lstStyle>
            <a:lvl1pPr marL="0" indent="0" algn="r"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Date/name one line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20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Image_Date/name multip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CAF3A9B-AE83-F05D-BB38-2D1B746132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475" t="15840" b="5939"/>
          <a:stretch/>
        </p:blipFill>
        <p:spPr>
          <a:xfrm>
            <a:off x="0" y="1"/>
            <a:ext cx="7181077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7F12D7-01F5-4F6B-CC03-FA02E08B7B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  <p:sp>
        <p:nvSpPr>
          <p:cNvPr id="7" name="Title 17">
            <a:extLst>
              <a:ext uri="{FF2B5EF4-FFF2-40B4-BE49-F238E27FC236}">
                <a16:creationId xmlns:a16="http://schemas.microsoft.com/office/drawing/2014/main" id="{7FDFB93C-9E3E-0C28-6AC1-BAC4D9D2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5867" y="3103876"/>
            <a:ext cx="4597443" cy="2047412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411C5C6-3A4C-A65B-B1ED-DE66C790CCE7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>
          <a:xfrm>
            <a:off x="6745867" y="5397099"/>
            <a:ext cx="4597443" cy="1131887"/>
          </a:xfrm>
          <a:prstGeom prst="rect">
            <a:avLst/>
          </a:prstGeom>
          <a:noFill/>
        </p:spPr>
        <p:txBody>
          <a:bodyPr wrap="square" lIns="90000" tIns="108000" bIns="108000" anchor="t" anchorCtr="0">
            <a:noAutofit/>
          </a:bodyPr>
          <a:lstStyle>
            <a:lvl1pPr marL="0" indent="0" algn="r">
              <a:spcBef>
                <a:spcPts val="400"/>
              </a:spcBef>
              <a:buNone/>
              <a:defRPr sz="1700">
                <a:solidFill>
                  <a:schemeClr val="tx2"/>
                </a:solidFill>
              </a:defRPr>
            </a:lvl1pPr>
            <a:lvl2pPr marL="457200" indent="0">
              <a:buNone/>
              <a:defRPr sz="1700">
                <a:solidFill>
                  <a:schemeClr val="tx2"/>
                </a:solidFill>
              </a:defRPr>
            </a:lvl2pPr>
            <a:lvl3pPr marL="914400" indent="0">
              <a:buNone/>
              <a:defRPr sz="1700">
                <a:solidFill>
                  <a:schemeClr val="tx2"/>
                </a:solidFill>
              </a:defRPr>
            </a:lvl3pPr>
            <a:lvl4pPr marL="1371600" indent="0">
              <a:buNone/>
              <a:defRPr sz="1700">
                <a:solidFill>
                  <a:schemeClr val="tx2"/>
                </a:solidFill>
              </a:defRPr>
            </a:lvl4pPr>
            <a:lvl5pPr marL="1828800" indent="0">
              <a:buNone/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Date/name more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97297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2F87DCF-09E4-FB61-D374-4E58335BD0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24150" y="3087468"/>
            <a:ext cx="6743700" cy="2070686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3200">
                <a:solidFill>
                  <a:schemeClr val="accent3"/>
                </a:solidFill>
              </a:defRPr>
            </a:lvl2pPr>
            <a:lvl3pPr marL="914400" indent="0" algn="ctr">
              <a:buNone/>
              <a:defRPr>
                <a:solidFill>
                  <a:schemeClr val="accent3"/>
                </a:solidFill>
              </a:defRPr>
            </a:lvl3pPr>
            <a:lvl4pPr marL="1371600" indent="0" algn="ctr">
              <a:buNone/>
              <a:defRPr>
                <a:solidFill>
                  <a:schemeClr val="accent3"/>
                </a:solidFill>
              </a:defRPr>
            </a:lvl4pPr>
            <a:lvl5pPr marL="1828800" indent="0" algn="ctr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E6BB4C0-A68D-B8FB-A658-7B4DB721B8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920" t="61089" r="25921" b="106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F9233E-4973-5DD2-993E-93F324B8A5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22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38F4ED6-670E-C7D2-263F-F62FCEB893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398" y="4665784"/>
            <a:ext cx="10968894" cy="1651000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457200" indent="0" algn="l">
              <a:buNone/>
              <a:defRPr sz="3200">
                <a:solidFill>
                  <a:schemeClr val="accent3"/>
                </a:solidFill>
              </a:defRPr>
            </a:lvl2pPr>
            <a:lvl3pPr marL="914400" indent="0" algn="l">
              <a:buNone/>
              <a:defRPr>
                <a:solidFill>
                  <a:schemeClr val="accent3"/>
                </a:solidFill>
              </a:defRPr>
            </a:lvl3pPr>
            <a:lvl4pPr marL="1371600" indent="0" algn="l">
              <a:buNone/>
              <a:defRPr>
                <a:solidFill>
                  <a:schemeClr val="accent3"/>
                </a:solidFill>
              </a:defRPr>
            </a:lvl4pPr>
            <a:lvl5pPr marL="1828800" indent="0" algn="l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ED5EB16-D1B2-5F06-1228-01229F2DE5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839" t="50000"/>
          <a:stretch/>
        </p:blipFill>
        <p:spPr>
          <a:xfrm>
            <a:off x="0" y="-1"/>
            <a:ext cx="6142259" cy="4080259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9F57502-4EF3-D047-99FE-3C718F098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5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A530A275-DA54-7E18-0FF8-F34F65D132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4028" b="40163"/>
          <a:stretch/>
        </p:blipFill>
        <p:spPr>
          <a:xfrm>
            <a:off x="9459397" y="4057295"/>
            <a:ext cx="2732603" cy="280070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6B9519C-3FC3-CD7D-3A03-726071CB3E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4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1496D6-53B2-DD7D-5D35-8CC725EA1D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390650" y="1825623"/>
            <a:ext cx="9810750" cy="47545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251F71F-43B9-2E9B-67BC-F62B81736A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58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9BF5286-2CC3-3331-0ABE-44A6EC6D2A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3811" b="40163"/>
          <a:stretch/>
        </p:blipFill>
        <p:spPr>
          <a:xfrm>
            <a:off x="9459397" y="4057295"/>
            <a:ext cx="2743200" cy="280070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8B86AFB-23C4-BDE8-2E3F-8BFA65BD27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7A2B40-C0D3-444F-6087-D26E581C3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10D0A4-4FCD-C44C-DFFE-6B884284A89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E6886B-03A4-31B2-1CD5-9EFBA2C649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5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81422D9-91D1-E71D-80F9-CD5BDC13C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632" t="56600" r="41278" b="2396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EA02D0-A6DE-7E81-08B3-78552A9F4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958D0-0113-1843-565F-35A8D2149E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9CDAA59-B375-BDC8-7795-39C0290825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9C608F2-2B31-2EE5-CC3B-42FE54BFCF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5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two_content_upp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81422D9-91D1-E71D-80F9-CD5BDC13C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632" t="56600" r="41278" b="2396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3EA02D0-A6DE-7E81-08B3-78552A9F4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575401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958D0-0113-1843-565F-35A8D2149E4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15461"/>
            <a:ext cx="5181600" cy="39615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9CDAA59-B375-BDC8-7795-39C02908256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215461"/>
            <a:ext cx="5181600" cy="39615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9C608F2-2B31-2EE5-CC3B-42FE54BFCF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466875-1C80-1283-165A-8ED1A24254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008063"/>
            <a:ext cx="10515600" cy="1119187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047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lumn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E00941-EE8C-4995-26B0-3FDB35311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626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br>
              <a:rPr lang="en-GB" dirty="0"/>
            </a:br>
            <a:r>
              <a:rPr lang="en-GB" dirty="0"/>
              <a:t>on two lines 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CDFAB44-08B5-95BB-E304-68D50AA226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26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FEB7BB-ED9C-2867-1AA9-0908E20FE0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5062"/>
            <a:ext cx="4778828" cy="68478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50CF61C-65EB-C2A3-5F1E-CD9E14536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0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lumn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3FC8D-F21A-A546-3FE8-CE039CE1FA1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857500"/>
            <a:ext cx="3932237" cy="30114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Content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00871A-8D52-D2DD-8DFB-81BA2E1B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96950"/>
            <a:ext cx="3932237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Slide Title</a:t>
            </a:r>
            <a:br>
              <a:rPr lang="en-GB" dirty="0"/>
            </a:br>
            <a:r>
              <a:rPr lang="en-GB" dirty="0"/>
              <a:t>on two lines 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CCF480-DFF0-D7EF-03C0-2683438FA1D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1480932"/>
            <a:ext cx="6172200" cy="438011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Add image here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4D49B-4AF8-518F-2F37-DB764D8815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312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B9335A2-2D96-96A4-69DD-2180807871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7540" b="42788"/>
          <a:stretch/>
        </p:blipFill>
        <p:spPr>
          <a:xfrm>
            <a:off x="7179095" y="2455832"/>
            <a:ext cx="5012906" cy="4402168"/>
          </a:xfrm>
          <a:prstGeom prst="rect">
            <a:avLst/>
          </a:prstGeom>
        </p:spPr>
      </p:pic>
      <p:sp>
        <p:nvSpPr>
          <p:cNvPr id="2" name="Media Placeholder 5">
            <a:extLst>
              <a:ext uri="{FF2B5EF4-FFF2-40B4-BE49-F238E27FC236}">
                <a16:creationId xmlns:a16="http://schemas.microsoft.com/office/drawing/2014/main" id="{A9A6D927-538E-5EC0-9D39-52B7B15B242F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1589881" y="1562100"/>
            <a:ext cx="9012238" cy="46156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1EB247-0D44-BF2E-AFC7-F80A52ED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3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220D40F7-8621-5BF0-B235-FBA159AA41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5062"/>
            <a:ext cx="12191999" cy="68478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here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3E457F5-C69C-0287-5727-2CE48ACDFD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067800" y="621503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26BAAAC-E2E6-5240-A1E8-423BA9521B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33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slide_text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95E3-EB62-1D87-E371-261D14FA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08E33-10E0-1A7B-D3A2-76FD94A861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766888"/>
            <a:ext cx="10515600" cy="736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408C25-F44D-A071-E6EA-EFDBAC5F3E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57875" y="2579688"/>
            <a:ext cx="5495925" cy="3825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AAA847-9C7B-F993-4560-F0FEA89103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579688"/>
            <a:ext cx="4903788" cy="3825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529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nalytics_slide_text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95E3-EB62-1D87-E371-261D14FA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08E33-10E0-1A7B-D3A2-76FD94A861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65000" y="1733551"/>
            <a:ext cx="4903789" cy="4957762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408C25-F44D-A071-E6EA-EFDBAC5F3E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3211" y="1913731"/>
            <a:ext cx="6888111" cy="2122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AAA847-9C7B-F993-4560-F0FEA89103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211" y="4297363"/>
            <a:ext cx="6888111" cy="2122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951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Text_Slide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A56D-7968-086A-B0B5-AE120A27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387107"/>
            <a:ext cx="8610600" cy="7661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F9A5F-7B6E-93D1-CF27-6A283F4890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0646" y="1647825"/>
            <a:ext cx="8610600" cy="4665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362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3_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64D8-9B72-B91A-27A4-E31C0208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82025" cy="958850"/>
          </a:xfrm>
          <a:prstGeom prst="rect">
            <a:avLst/>
          </a:prstGeom>
        </p:spPr>
        <p:txBody>
          <a:bodyPr/>
          <a:lstStyle>
            <a:lvl1pPr>
              <a:defRPr lang="en-GB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3488903-D511-E039-9709-79205FA547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" y="2419351"/>
            <a:ext cx="3914775" cy="33147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533CB4F-E93B-8F50-61A7-3D113C3E0C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8612" y="2419350"/>
            <a:ext cx="3914775" cy="33147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C7DCE48-8FC6-EB62-3D15-3E30CACADC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1024" y="2419350"/>
            <a:ext cx="3914775" cy="33147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411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3Chart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0FA3-9CA7-1163-5522-F47327ED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75431" cy="617854"/>
          </a:xfrm>
          <a:prstGeom prst="rect">
            <a:avLst/>
          </a:prstGeom>
        </p:spPr>
        <p:txBody>
          <a:bodyPr/>
          <a:lstStyle>
            <a:lvl1pPr>
              <a:defRPr lang="en-US" sz="4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3D76448-9939-3D11-FE62-F2E50407D6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07919" y="1070441"/>
            <a:ext cx="6667501" cy="3044359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07CC9C2-E352-4017-16FC-B211ED01526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28482" y="4196862"/>
            <a:ext cx="3363912" cy="238467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B6A04C-8961-9540-81D4-6D6D40EA67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4298" y="4196862"/>
            <a:ext cx="3363912" cy="238467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973F3DB-CA73-2399-40E5-E21BB71826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12666" y="4197228"/>
            <a:ext cx="3363911" cy="2373313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1300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tics_slide_Text&amp;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116EC-7FB5-19E8-CADC-28258C64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100"/>
          </a:xfrm>
          <a:prstGeom prst="rect">
            <a:avLst/>
          </a:prstGeom>
        </p:spPr>
        <p:txBody>
          <a:bodyPr/>
          <a:lstStyle>
            <a:lvl1pPr>
              <a:defRPr lang="en-GB" b="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BC9AA-4903-19F0-C036-B82A87811C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594706"/>
            <a:ext cx="10515600" cy="125644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FFA9B06-28B5-0AA9-889E-1EBC2DACA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3026632"/>
            <a:ext cx="10515600" cy="3745643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4003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bl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962C-12A5-22BD-B968-039AE9ADE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53450" cy="1325563"/>
          </a:xfrm>
          <a:prstGeom prst="rect">
            <a:avLst/>
          </a:prstGeom>
        </p:spPr>
        <p:txBody>
          <a:bodyPr/>
          <a:lstStyle>
            <a:lvl1pPr>
              <a:defRPr lang="en-GB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E57B0F-0D7F-572E-2136-796104908C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9550" y="1838325"/>
            <a:ext cx="7496175" cy="23431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CF9596-07CB-901E-623A-0FA7946AD9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9550" y="4329112"/>
            <a:ext cx="7496175" cy="2343149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28B950-4820-C6C8-4B59-01DFD8E11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6700" y="1838325"/>
            <a:ext cx="4095750" cy="48291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541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image" Target="../media/image4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55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3" r:id="rId2"/>
    <p:sldLayoutId id="2147483952" r:id="rId3"/>
    <p:sldLayoutId id="21474839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C8F5B9B-F8A6-D653-7381-E2AA42C36A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3F2FC97-90EE-5CCE-A15F-31E4799B1705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03720" y="269096"/>
            <a:ext cx="2547983" cy="9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3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5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91" r:id="rId10"/>
    <p:sldLayoutId id="2147483986" r:id="rId11"/>
    <p:sldLayoutId id="2147483992" r:id="rId12"/>
    <p:sldLayoutId id="2147483987" r:id="rId13"/>
    <p:sldLayoutId id="2147483988" r:id="rId14"/>
    <p:sldLayoutId id="214748398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resentation Title Slides">
  <a:themeElements>
    <a:clrScheme name="ICB Test">
      <a:dk1>
        <a:srgbClr val="231F20"/>
      </a:dk1>
      <a:lt1>
        <a:srgbClr val="FFFFFF"/>
      </a:lt1>
      <a:dk2>
        <a:srgbClr val="003087"/>
      </a:dk2>
      <a:lt2>
        <a:srgbClr val="FAE100"/>
      </a:lt2>
      <a:accent1>
        <a:srgbClr val="005EB8"/>
      </a:accent1>
      <a:accent2>
        <a:srgbClr val="003087"/>
      </a:accent2>
      <a:accent3>
        <a:srgbClr val="006747"/>
      </a:accent3>
      <a:accent4>
        <a:srgbClr val="AE2473"/>
      </a:accent4>
      <a:accent5>
        <a:srgbClr val="ED8B00"/>
      </a:accent5>
      <a:accent6>
        <a:srgbClr val="00A399"/>
      </a:accent6>
      <a:hlink>
        <a:srgbClr val="00A399"/>
      </a:hlink>
      <a:folHlink>
        <a:srgbClr val="AE24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Slide">
  <a:themeElements>
    <a:clrScheme name="ICB Presentation Colours">
      <a:dk1>
        <a:srgbClr val="231F20"/>
      </a:dk1>
      <a:lt1>
        <a:srgbClr val="FFFFFF"/>
      </a:lt1>
      <a:dk2>
        <a:srgbClr val="003087"/>
      </a:dk2>
      <a:lt2>
        <a:srgbClr val="FFB81C"/>
      </a:lt2>
      <a:accent1>
        <a:srgbClr val="005EB8"/>
      </a:accent1>
      <a:accent2>
        <a:srgbClr val="003087"/>
      </a:accent2>
      <a:accent3>
        <a:srgbClr val="006747"/>
      </a:accent3>
      <a:accent4>
        <a:srgbClr val="AE2473"/>
      </a:accent4>
      <a:accent5>
        <a:srgbClr val="ED8B00"/>
      </a:accent5>
      <a:accent6>
        <a:srgbClr val="00A399"/>
      </a:accent6>
      <a:hlink>
        <a:srgbClr val="00A399"/>
      </a:hlink>
      <a:folHlink>
        <a:srgbClr val="AE24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ontent Slide White">
  <a:themeElements>
    <a:clrScheme name="ICB Presentation Colours">
      <a:dk1>
        <a:srgbClr val="231F20"/>
      </a:dk1>
      <a:lt1>
        <a:srgbClr val="FFFFFF"/>
      </a:lt1>
      <a:dk2>
        <a:srgbClr val="003087"/>
      </a:dk2>
      <a:lt2>
        <a:srgbClr val="FFB81C"/>
      </a:lt2>
      <a:accent1>
        <a:srgbClr val="005EB8"/>
      </a:accent1>
      <a:accent2>
        <a:srgbClr val="003087"/>
      </a:accent2>
      <a:accent3>
        <a:srgbClr val="006747"/>
      </a:accent3>
      <a:accent4>
        <a:srgbClr val="AE2473"/>
      </a:accent4>
      <a:accent5>
        <a:srgbClr val="ED8B00"/>
      </a:accent5>
      <a:accent6>
        <a:srgbClr val="00A399"/>
      </a:accent6>
      <a:hlink>
        <a:srgbClr val="00A399"/>
      </a:hlink>
      <a:folHlink>
        <a:srgbClr val="AE247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29437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Presentation Title Slides</vt:lpstr>
      <vt:lpstr>Section Slide</vt:lpstr>
      <vt:lpstr>Content Slide White</vt:lpstr>
    </vt:vector>
  </TitlesOfParts>
  <Manager/>
  <Company>HP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Oculus</dc:creator>
  <cp:keywords/>
  <dc:description/>
  <cp:lastModifiedBy>Arush Mohan</cp:lastModifiedBy>
  <cp:revision>1196</cp:revision>
  <cp:lastPrinted>2022-05-17T15:34:27Z</cp:lastPrinted>
  <dcterms:created xsi:type="dcterms:W3CDTF">2016-02-24T15:09:03Z</dcterms:created>
  <dcterms:modified xsi:type="dcterms:W3CDTF">2024-08-08T14:59:19Z</dcterms:modified>
  <cp:category/>
</cp:coreProperties>
</file>